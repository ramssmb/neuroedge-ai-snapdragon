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NEUROEDGE AI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Intelligence, Powered by Snapdragon®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402336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 Personalized. Private. Right on your device.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Cloud-Dependent AI Can't Keep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88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642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Kills the Experience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025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Round-tripping every request to the cloud adds delay users notice and dislike.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88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Risk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1985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personal data off-device increases exposure and erodes user trust.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262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488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4988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 Dependence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83717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or absent internet access breaks the experience entirely, everyday.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That Lives On the Device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NeuroEdge AI is a real-time AI solution that delivers fast, personalized, and privacy-focused experiences directly on the device. By leveraging on-device AI capabilities powered by Snapdragon®, it minimizes dependence on cloud processing — enabling low-latency responses, stronger privacy, and efficient performance.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589520" y="1417320"/>
            <a:ext cx="3291840" cy="4663440"/>
          </a:xfrm>
          <a:prstGeom prst="roundRect">
            <a:avLst>
              <a:gd name="adj" fmla="val 7778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7754112" y="1783080"/>
            <a:ext cx="2962656" cy="3291840"/>
          </a:xfrm>
          <a:prstGeom prst="roundRect">
            <a:avLst>
              <a:gd name="adj" fmla="val 3086"/>
            </a:avLst>
          </a:prstGeom>
          <a:solidFill>
            <a:srgbClr val="10203A"/>
          </a:solidFill>
          <a:ln/>
        </p:spPr>
      </p:sp>
      <p:sp>
        <p:nvSpPr>
          <p:cNvPr id="7" name="Shape 5"/>
          <p:cNvSpPr/>
          <p:nvPr/>
        </p:nvSpPr>
        <p:spPr>
          <a:xfrm>
            <a:off x="8732520" y="27432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3252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40" dirty="0"/>
          </a:p>
        </p:txBody>
      </p:sp>
      <p:sp>
        <p:nvSpPr>
          <p:cNvPr id="9" name="Text 7"/>
          <p:cNvSpPr txBox="1"/>
          <p:nvPr/>
        </p:nvSpPr>
        <p:spPr>
          <a:xfrm>
            <a:off x="7754112" y="397764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5806440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Input to Insight — All On-Device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331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738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2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senses input locally — voice, text, sensor, or usage data.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04488" y="33375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06240" y="196596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63540" y="2331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635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2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Snapdragon®'s on-device AI engine runs inference instantly, with no cloud round-trip.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70648" y="333756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0" y="196596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29700" y="23317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297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2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7490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personalized response is returned — privately, even without connectivity.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Speed, Privacy, and Reach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Performance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414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on-device processing with minimal latency.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0574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4414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on the device, reducing cloud exposure.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06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Snapdragon®-Powered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59028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to leverage on-device AI hardware acceleration.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251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06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Connectivity Dependence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9028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performance even with limited or no internet.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Smarter, Faster, More Accessible Apps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A23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0" y="219456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A23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Private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219456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A23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Experience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NeuroEdge AI shows how edge intelligence makes everyday applications smarter and faster — while cutting reliance on constant connectivity.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Smarter. Faster.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Accessible — Everywhere.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66360" y="3977640"/>
            <a:ext cx="18288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NeuroEdge AI — on-device intelligence powered by Snapdragon®.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2026-09-14T14:15:18Z</dcterms:created>
  <dcterms:modified xsi:type="dcterms:W3CDTF">2026-09-14T14:15:18Z</dcterms:modified>
</cp:coreProperties>
</file>